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80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18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47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2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48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87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0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21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3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1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2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117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88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42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92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14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58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2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 b="1"/>
            </a:pPr>
            <a:r>
              <a:rPr dirty="0"/>
              <a:t>Multi-Brand Marketing Campaign Performance Analysis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defRPr sz="1800"/>
            </a:pPr>
            <a:r>
              <a:t>Using Python, Machine Learning &amp; Streamlit</a:t>
            </a:r>
          </a:p>
          <a:p>
            <a:pPr algn="ctr">
              <a:defRPr sz="1800"/>
            </a:pPr>
            <a:endParaRPr/>
          </a:p>
          <a:p>
            <a:pPr algn="ctr">
              <a:defRPr sz="1800"/>
            </a:pPr>
            <a:r>
              <a:t>Presented by: Thaheer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This project focuses on analyzing and predicting the performance of multi-brand marketing campaigns using Python, Machine Learning, and Streamlit. The system processes campaign datasets, performs data cleaning, exploratory data analysis, machine learning prediction, and dashboard visualization to generate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Analyze campaign performance across brands</a:t>
            </a:r>
          </a:p>
          <a:p>
            <a:pPr algn="l">
              <a:defRPr sz="1800"/>
            </a:pPr>
            <a:r>
              <a:t>• Handle missing and inconsistent data</a:t>
            </a:r>
          </a:p>
          <a:p>
            <a:pPr algn="l">
              <a:defRPr sz="1800"/>
            </a:pPr>
            <a:r>
              <a:t>• Perform feature engineering</a:t>
            </a:r>
          </a:p>
          <a:p>
            <a:pPr algn="l">
              <a:defRPr sz="1800"/>
            </a:pPr>
            <a:r>
              <a:t>• Build a machine learning prediction model</a:t>
            </a:r>
          </a:p>
          <a:p>
            <a:pPr algn="l">
              <a:defRPr sz="1800"/>
            </a:pPr>
            <a:r>
              <a:t>• Visualize campaign insights using EDA</a:t>
            </a:r>
          </a:p>
          <a:p>
            <a:pPr algn="l">
              <a:defRPr sz="1800"/>
            </a:pPr>
            <a:r>
              <a:t>• Create an interactive dashboard using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Python – Core programming language</a:t>
            </a:r>
          </a:p>
          <a:p>
            <a:pPr algn="l">
              <a:defRPr sz="1800"/>
            </a:pPr>
            <a:r>
              <a:t>• Pandas &amp; NumPy – Data preprocessing</a:t>
            </a:r>
          </a:p>
          <a:p>
            <a:pPr algn="l">
              <a:defRPr sz="1800"/>
            </a:pPr>
            <a:r>
              <a:t>• Scikit-learn – Machine learning</a:t>
            </a:r>
          </a:p>
          <a:p>
            <a:pPr algn="l">
              <a:defRPr sz="1800"/>
            </a:pPr>
            <a:r>
              <a:t>• Matplotlib &amp; Seaborn – Visualization</a:t>
            </a:r>
          </a:p>
          <a:p>
            <a:pPr algn="l">
              <a:defRPr sz="1800"/>
            </a:pPr>
            <a:r>
              <a:t>• Streamlit – Interactive dashboard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The project uses multiple CSV datasets containing campaign-related information such as campaign type, impressions, clicks, leads, conversions, revenue, acquisition cost, ROI, customer segment, and engagement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472631" cy="1277256"/>
          </a:xfrm>
        </p:spPr>
        <p:txBody>
          <a:bodyPr/>
          <a:lstStyle/>
          <a:p>
            <a:pPr>
              <a:defRPr sz="2600" b="1"/>
            </a:pPr>
            <a:r>
              <a:rPr dirty="0"/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39" y="2490136"/>
            <a:ext cx="6607277" cy="3704187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1. Data Collection</a:t>
            </a:r>
          </a:p>
          <a:p>
            <a:r>
              <a:rPr dirty="0"/>
              <a:t>2. Data Cleaning &amp; Feature Engineering</a:t>
            </a:r>
          </a:p>
          <a:p>
            <a:r>
              <a:rPr dirty="0"/>
              <a:t>3. Multi-Label Encoding + Label Encoding</a:t>
            </a:r>
          </a:p>
          <a:p>
            <a:r>
              <a:rPr dirty="0"/>
              <a:t>4. Regression Model (Revenue Prediction)</a:t>
            </a:r>
          </a:p>
          <a:p>
            <a:r>
              <a:rPr dirty="0"/>
              <a:t>5. Classification Model (Profit/Loss Prediction)</a:t>
            </a:r>
          </a:p>
          <a:p>
            <a:r>
              <a:rPr dirty="0"/>
              <a:t>6. Pickle File Generation</a:t>
            </a:r>
          </a:p>
          <a:p>
            <a:r>
              <a:rPr dirty="0"/>
              <a:t>7.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r>
              <a:rPr dirty="0"/>
              <a:t>8. Instant Prediction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Loaded multiple campaign datasets</a:t>
            </a:r>
          </a:p>
          <a:p>
            <a:pPr algn="l">
              <a:defRPr sz="1800"/>
            </a:pPr>
            <a:r>
              <a:t>• Removed duplicate records</a:t>
            </a:r>
          </a:p>
          <a:p>
            <a:pPr algn="l">
              <a:defRPr sz="1800"/>
            </a:pPr>
            <a:r>
              <a:t>• Handled missing values using fillna()</a:t>
            </a:r>
          </a:p>
          <a:p>
            <a:pPr algn="l">
              <a:defRPr sz="1800"/>
            </a:pPr>
            <a:r>
              <a:t>• Combined datasets into a unified dataframe</a:t>
            </a:r>
          </a:p>
          <a:p>
            <a:pPr algn="l">
              <a:defRPr sz="1800"/>
            </a:pPr>
            <a:r>
              <a:t>• Prepared data for machine learning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Implemented additional analytical features: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ROI Calculation</a:t>
            </a:r>
          </a:p>
          <a:p>
            <a:pPr algn="l">
              <a:defRPr sz="1800"/>
            </a:pPr>
            <a:r>
              <a:t>• Profit Flag Creation</a:t>
            </a:r>
          </a:p>
          <a:p>
            <a:pPr algn="l">
              <a:defRPr sz="1800"/>
            </a:pPr>
            <a:r>
              <a:t>• Encoded categorical variables</a:t>
            </a:r>
          </a:p>
          <a:p>
            <a:pPr algn="l">
              <a:defRPr sz="1800"/>
            </a:pPr>
            <a:r>
              <a:t>• Improved model learning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Model: Random Forest Regressor</a:t>
            </a:r>
          </a:p>
          <a:p>
            <a:r>
              <a:t>Predicts Revenue</a:t>
            </a:r>
          </a:p>
          <a:p>
            <a:endParaRPr/>
          </a:p>
          <a:p>
            <a:r>
              <a:t>Classification Model: Random Forest Classifier</a:t>
            </a:r>
          </a:p>
          <a:p>
            <a:r>
              <a:t>Predicts Profit/Loss Status</a:t>
            </a:r>
          </a:p>
          <a:p>
            <a:endParaRPr/>
          </a:p>
          <a:p>
            <a:r>
              <a:t>Models saved as Pickle Files for instant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Mean Absolute Error (MAE)</a:t>
            </a:r>
          </a:p>
          <a:p>
            <a:pPr algn="l">
              <a:defRPr sz="1800"/>
            </a:pPr>
            <a:r>
              <a:t>• Mean Squared Error (MSE)</a:t>
            </a:r>
          </a:p>
          <a:p>
            <a:pPr algn="l">
              <a:defRPr sz="1800"/>
            </a:pPr>
            <a:r>
              <a:t>• R² Score achieved approximately 0.99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The model achieved high predictive accuracy and stable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The project includes multiple visualizations: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ROI Distribution</a:t>
            </a:r>
          </a:p>
          <a:p>
            <a:pPr algn="l">
              <a:defRPr sz="1800"/>
            </a:pPr>
            <a:r>
              <a:t>• Campaign Type Analysis</a:t>
            </a:r>
          </a:p>
          <a:p>
            <a:pPr algn="l">
              <a:defRPr sz="1800"/>
            </a:pPr>
            <a:r>
              <a:t>• Channel Used Analysis</a:t>
            </a:r>
          </a:p>
          <a:p>
            <a:pPr algn="l">
              <a:defRPr sz="1800"/>
            </a:pPr>
            <a:r>
              <a:t>• Top Feature Importance Graph</a:t>
            </a:r>
          </a:p>
          <a:p>
            <a:pPr algn="l">
              <a:defRPr sz="1800"/>
            </a:pPr>
            <a:r>
              <a:t>• Marketing Trend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1800"/>
            </a:pPr>
            <a:r>
              <a:t>The model identified the following highly influential features: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• Revenue</a:t>
            </a:r>
          </a:p>
          <a:p>
            <a:pPr algn="l">
              <a:defRPr sz="1800"/>
            </a:pPr>
            <a:r>
              <a:t>• Acquisition Cost</a:t>
            </a:r>
          </a:p>
          <a:p>
            <a:pPr algn="l">
              <a:defRPr sz="1800"/>
            </a:pPr>
            <a:r>
              <a:t>• Conversions</a:t>
            </a:r>
          </a:p>
          <a:p>
            <a:pPr algn="l">
              <a:defRPr sz="1800"/>
            </a:pPr>
            <a:r>
              <a:t>• Engagement Score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These features significantly impact campaign ROI prediction.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Preview</a:t>
            </a:r>
          </a:p>
          <a:p>
            <a:r>
              <a:t>• KPI Metrics Dashboard</a:t>
            </a:r>
          </a:p>
          <a:p>
            <a:r>
              <a:t>• SQL Analysis Section</a:t>
            </a:r>
          </a:p>
          <a:p>
            <a:r>
              <a:t>• Business Insights</a:t>
            </a:r>
          </a:p>
          <a:p>
            <a:r>
              <a:t>• Instant Revenue Prediction</a:t>
            </a:r>
          </a:p>
          <a:p>
            <a:r>
              <a:t>• Profit/Loss Classification</a:t>
            </a:r>
          </a:p>
          <a:p>
            <a:r>
              <a:t>• Pre-trained Pickle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Revenue and Acquisition Cost strongly affect ROI</a:t>
            </a:r>
          </a:p>
          <a:p>
            <a:pPr algn="l">
              <a:defRPr sz="1800"/>
            </a:pPr>
            <a:r>
              <a:t>• Campaign performance varies by channel</a:t>
            </a:r>
          </a:p>
          <a:p>
            <a:pPr algn="l">
              <a:defRPr sz="1800"/>
            </a:pPr>
            <a:r>
              <a:t>• Marketing strategies influence conversions</a:t>
            </a:r>
          </a:p>
          <a:p>
            <a:pPr algn="l">
              <a:defRPr sz="1800"/>
            </a:pPr>
            <a:r>
              <a:t>• Customer engagement impacts overall campaign success</a:t>
            </a:r>
          </a:p>
          <a:p>
            <a:pPr algn="l">
              <a:defRPr sz="1800"/>
            </a:pPr>
            <a:r>
              <a:t>• Data-driven insights improve decision making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Successfully built an end-to-end ML pipeline</a:t>
            </a:r>
          </a:p>
          <a:p>
            <a:pPr algn="l">
              <a:defRPr sz="1800"/>
            </a:pPr>
            <a:r>
              <a:t>• Generated analytical business insights</a:t>
            </a:r>
          </a:p>
          <a:p>
            <a:pPr algn="l">
              <a:defRPr sz="1800"/>
            </a:pPr>
            <a:r>
              <a:t>• Created professional dashboard application</a:t>
            </a:r>
          </a:p>
          <a:p>
            <a:pPr algn="l">
              <a:defRPr sz="1800"/>
            </a:pPr>
            <a:r>
              <a:t>• Demonstrated practical data science workflow</a:t>
            </a:r>
          </a:p>
          <a:p>
            <a:pPr algn="l">
              <a:defRPr sz="1800"/>
            </a:pPr>
            <a:r>
              <a:t>• Improved understanding of campaign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• SQL database integration</a:t>
            </a:r>
          </a:p>
          <a:p>
            <a:pPr algn="l">
              <a:defRPr sz="1800"/>
            </a:pPr>
            <a:r>
              <a:t>• Real-time dashboard updates</a:t>
            </a:r>
          </a:p>
          <a:p>
            <a:pPr algn="l">
              <a:defRPr sz="1800"/>
            </a:pPr>
            <a:r>
              <a:t>• Advanced machine learning models</a:t>
            </a:r>
          </a:p>
          <a:p>
            <a:pPr algn="l">
              <a:defRPr sz="1800"/>
            </a:pPr>
            <a:r>
              <a:t>• Cloud deployment using Streamlit Cloud</a:t>
            </a:r>
          </a:p>
          <a:p>
            <a:pPr algn="l">
              <a:defRPr sz="1800"/>
            </a:pPr>
            <a:r>
              <a:t>• Interactive dashboard filters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This project demonstrates a complete end-to-end workflow including data preprocessing, feature engineering, machine learning, exploratory data analysis, and dashboard development for marketing campaign performance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 b="1"/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/>
            </a:pPr>
            <a:r>
              <a:t>Presented by: Thaheer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562</Words>
  <Application>Microsoft Office PowerPoint</Application>
  <PresentationFormat>On-screen Show (4:3)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Multi-Brand Marketing Campaign Performance Analysis and Prediction</vt:lpstr>
      <vt:lpstr>Project Overview</vt:lpstr>
      <vt:lpstr>Project Objectives</vt:lpstr>
      <vt:lpstr>Technology Stack</vt:lpstr>
      <vt:lpstr>Dataset Information</vt:lpstr>
      <vt:lpstr>Project Workflow</vt:lpstr>
      <vt:lpstr>Data Preprocessing</vt:lpstr>
      <vt:lpstr>Feature Engineering</vt:lpstr>
      <vt:lpstr>Machine Learning Model</vt:lpstr>
      <vt:lpstr>Model Evaluation Metrics</vt:lpstr>
      <vt:lpstr>Exploratory Data Analysis</vt:lpstr>
      <vt:lpstr>Feature Importance Analysis</vt:lpstr>
      <vt:lpstr>Streamlit Dashboard</vt:lpstr>
      <vt:lpstr>Key Insights</vt:lpstr>
      <vt:lpstr>Project Outcome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THAHEER</dc:creator>
  <cp:keywords/>
  <dc:description>generated using python-pptx</dc:description>
  <cp:lastModifiedBy>Thaheer A</cp:lastModifiedBy>
  <cp:revision>3</cp:revision>
  <dcterms:created xsi:type="dcterms:W3CDTF">2013-01-27T09:14:16Z</dcterms:created>
  <dcterms:modified xsi:type="dcterms:W3CDTF">2026-06-18T06:25:19Z</dcterms:modified>
  <cp:category/>
</cp:coreProperties>
</file>